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76" y="1746945"/>
            <a:ext cx="58080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Radix Sort Algorithm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44879" y="2585145"/>
            <a:ext cx="36542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Digit-by-Digit Non-Comparison Sort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97719" y="3209925"/>
            <a:ext cx="19484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Visual Explanation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Radix Sort?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Non-comparison sorting algorithm for integers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Sorts numbers digit by digit from LSD to MSD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counting sort as a subroutine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complexity: O(n × d) where d is digit count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2952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12"/>
            <a:ext cx="7924800" cy="12952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LSD First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29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Least Significant Digit and move to Most Significant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Sort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1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preserve relative order of equal elements at each pass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6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79070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07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860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8610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861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814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150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815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768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7690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769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722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230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72350" y="2466975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84580" y="1827014"/>
            <a:ext cx="317469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Initial Array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342078" y="3076575"/>
            <a:ext cx="24598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Array: [170, 045, 075, 066, 380]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6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79070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075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860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8610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8615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814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150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8155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768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7690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7695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722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230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7235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Sort by Ones Place (LSD)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09600" y="17067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sorting: [170, 380, 045, 075, 066]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6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79070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0750" y="1173361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860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8610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86150" y="1173361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814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150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81550" y="1173361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768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7690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76950" y="1173361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72250" y="1173361"/>
            <a:ext cx="381000" cy="381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2300" y="1173361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72350" y="1173361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Sort by Tens Place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09600" y="17067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sorting: [045, 066, 170, 075, 380]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650" y="2466975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79070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075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86050" y="2466975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8610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8615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81450" y="2466975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150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8155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76850" y="2466975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7690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7695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72250" y="2466975"/>
            <a:ext cx="381000" cy="3810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7230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72350" y="2466975"/>
            <a:ext cx="381000" cy="3810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3857" y="1903214"/>
            <a:ext cx="631613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Sort by Hundreds Place (MSD)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099039" y="3000375"/>
            <a:ext cx="294592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sorted: [045, 066, 075, 170, 380]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8072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8602" y="2114252"/>
            <a:ext cx="393948" cy="281880"/>
          </a:xfrm>
          <a:prstGeom prst="rect">
            <a:avLst/>
          </a:prstGeom>
          <a:solidFill>
            <a:srgbClr val="334155"/>
          </a:solidFill>
          <a:ln w="9525">
            <a:solidFill>
              <a:srgbClr val="64748B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90650" y="2114252"/>
            <a:ext cx="393948" cy="281880"/>
          </a:xfrm>
          <a:prstGeom prst="rect">
            <a:avLst/>
          </a:prstGeom>
          <a:solidFill>
            <a:srgbClr val="334155"/>
          </a:solidFill>
          <a:ln w="9525">
            <a:solidFill>
              <a:srgbClr val="64748B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09800" y="1718072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0" y="1718072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0200" y="1718072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10400" y="1718072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605683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602" y="3001863"/>
            <a:ext cx="393948" cy="281880"/>
          </a:xfrm>
          <a:prstGeom prst="rect">
            <a:avLst/>
          </a:prstGeom>
          <a:solidFill>
            <a:srgbClr val="334155"/>
          </a:solidFill>
          <a:ln w="9525">
            <a:solidFill>
              <a:srgbClr val="64748B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90650" y="3001863"/>
            <a:ext cx="393948" cy="281880"/>
          </a:xfrm>
          <a:prstGeom prst="rect">
            <a:avLst/>
          </a:prstGeom>
          <a:solidFill>
            <a:srgbClr val="334155"/>
          </a:solidFill>
          <a:ln w="9525">
            <a:solidFill>
              <a:srgbClr val="64748B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09800" y="2605683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74752" y="3001863"/>
            <a:ext cx="393948" cy="281880"/>
          </a:xfrm>
          <a:prstGeom prst="rect">
            <a:avLst/>
          </a:prstGeom>
          <a:solidFill>
            <a:srgbClr val="334155"/>
          </a:solidFill>
          <a:ln w="9525">
            <a:solidFill>
              <a:srgbClr val="64748B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0" y="2605683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10200" y="2605683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10400" y="2605683"/>
            <a:ext cx="1524000" cy="811411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Buckets Work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09600" y="11733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Distributing by ones digit (0-9 buckets)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34393" y="185142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34593" y="185142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34793" y="185142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34993" y="185142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35193" y="185142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34393" y="273903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34593" y="273903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34793" y="273903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34993" y="273903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35193" y="273903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16212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Cases: O(n × d)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87434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number of elements, d = number of digits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54481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Pass: O(n + k)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294099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range of digit values (usually 10)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 &amp;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complexity: O(n + k) for buckets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sort (preserves relative order)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Non-comparison based sorting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for fixed-length integers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2026-02-04T04:29:45Z</dcterms:created>
  <dcterms:modified xsi:type="dcterms:W3CDTF">2026-02-04T04:29:45Z</dcterms:modified>
</cp:coreProperties>
</file>