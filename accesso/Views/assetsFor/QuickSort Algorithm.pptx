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2647" y="1746945"/>
            <a:ext cx="5678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QuickSort Algorithm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56461" y="2585145"/>
            <a:ext cx="26310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&amp; Conquer Sorting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97719" y="3209925"/>
            <a:ext cx="19484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Visual Explanation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QuickSort?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divide-and-conquer sorting algorithm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a pivot element and partitions array around 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Recursively sorts sub-arrays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complexity: O(n log n)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2952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12"/>
            <a:ext cx="7924800" cy="12952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29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chosen to partition the array (often last element)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1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Rearrange so smaller elements left, larger elements right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3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670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147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624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101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05500" y="2409825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200" y="2409825"/>
            <a:ext cx="571500" cy="5715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84580" y="1693664"/>
            <a:ext cx="317469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Initial Array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495553" y="3209925"/>
            <a:ext cx="215289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pivot = 4 (last element)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300" y="1718072"/>
            <a:ext cx="571500" cy="5715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67000" y="1718072"/>
            <a:ext cx="571500" cy="5715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14700" y="1718072"/>
            <a:ext cx="571500" cy="5715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62400" y="1718072"/>
            <a:ext cx="571500" cy="571500"/>
          </a:xfrm>
          <a:prstGeom prst="rect">
            <a:avLst/>
          </a:prstGeom>
          <a:solidFill>
            <a:srgbClr val="38BDF8"/>
          </a:solidFill>
          <a:ln w="19050">
            <a:solidFill>
              <a:srgbClr val="38BDF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10100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05500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200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Partition Process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each element with pivot (4)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3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670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147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62400" y="2840236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101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055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200" y="2840236"/>
            <a:ext cx="571500" cy="571500"/>
          </a:xfrm>
          <a:prstGeom prst="rect">
            <a:avLst/>
          </a:prstGeom>
          <a:solidFill>
            <a:srgbClr val="334155"/>
          </a:solidFill>
          <a:ln w="19050">
            <a:solidFill>
              <a:srgbClr val="64748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0858" y="1731764"/>
            <a:ext cx="358213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After Partition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371530" y="2371725"/>
            <a:ext cx="24007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is now in correct position!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3652" y="1718072"/>
            <a:ext cx="571500" cy="5715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41352" y="1718072"/>
            <a:ext cx="571500" cy="5715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89052" y="1718072"/>
            <a:ext cx="571500" cy="57150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62400" y="1718072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35748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83448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31148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78848" y="1718072"/>
            <a:ext cx="571500" cy="571500"/>
          </a:xfrm>
          <a:prstGeom prst="rect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Recursion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same process to left and right sub-arrays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89152" y="1883866"/>
            <a:ext cx="4554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62500" y="1883866"/>
            <a:ext cx="4554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93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670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147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624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101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578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055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200" y="2409825"/>
            <a:ext cx="571500" cy="571500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71485" y="1693664"/>
            <a:ext cx="340088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Fully Sorted!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575707" y="3209925"/>
            <a:ext cx="19924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successfully sorted!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16212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382863"/>
            <a:ext cx="7924800" cy="10666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Case: O(n log n)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87434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divides array evenly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54481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Case: O(n log n)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2940993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pivot selection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6114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Case: O(n²)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007644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is always smallest/largest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 &amp;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O(log n) for recursion stack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In-place sorting (minimal extra memory)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stable (may change relative order)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efficient in practice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2026-02-04T04:30:41Z</dcterms:created>
  <dcterms:modified xsi:type="dcterms:W3CDTF">2026-02-04T04:30:41Z</dcterms:modified>
</cp:coreProperties>
</file>